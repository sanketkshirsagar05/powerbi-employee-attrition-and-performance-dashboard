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81" r:id="rId2"/>
    <p:sldId id="282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5FE050-BE3B-472F-8F62-00ACFB358741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4D36CB-15DB-4979-81D6-A5C2ED35F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136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9A7157-9F00-4EE6-B9CA-45C0EF3FCE5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21124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05949-93FE-EDC0-7359-7032C240E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E8A7EC-DCB1-1858-315A-3080F0D11D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FEA6C9-8E1D-83D9-2565-4D6A4AF051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DCB4D-8C90-8935-E573-CC85E8104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9A7157-9F00-4EE6-B9CA-45C0EF3FCE5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104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A3156-80AE-933F-26D8-F48413D851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7BCFC7-1436-A60D-511C-811DED2E8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68CDF-6E76-54A4-13A0-97D4DDF84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3B54D-6116-4BB3-A6D4-DE4072BACE23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32F0C-3874-595D-71C6-A1D72E14D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F1168-C762-232F-7531-E96B9D07B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E4346-4F48-48DF-BB2F-604E5542D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75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A764D-8A96-BF63-7188-7CCDE1D62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76971-F559-95B4-F056-A93AA51CAA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ACC91-25A9-5701-5B7A-FC1EA3C1C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3B54D-6116-4BB3-A6D4-DE4072BACE23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B8424-D38F-EF1A-BF36-0FF56A3BE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9BF4FA-ED1F-48CA-21CE-E867C0B9F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E4346-4F48-48DF-BB2F-604E5542D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46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7DA33-4AE8-491F-805F-F4CDD9FBB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B5E51A-1682-C4BB-965C-98F5FA5B5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9CCA7-ED81-D66C-D6F3-D2C1C5BAB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3B54D-6116-4BB3-A6D4-DE4072BACE23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5781C-E09C-B82C-21DF-0C52183F0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99A54-AE8A-6A73-BEB2-BB250C96C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E4346-4F48-48DF-BB2F-604E5542D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16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C8EE9-81E7-2BBA-8891-109F0543B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269D6-E59F-F75F-C40A-09B4749045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5D2C76-2D7B-C79F-5539-EBB265599A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FD432E-D610-50EC-A1AE-53A65A592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3B54D-6116-4BB3-A6D4-DE4072BACE23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42406B-D60F-7CFC-2013-A694D1D21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D67CC3-AA05-6EEB-58FE-A2FB6B9BD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E4346-4F48-48DF-BB2F-604E5542D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093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A51C6-CF45-5E65-FBD4-3688493BB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F6804-940D-3FDB-2C0D-9E400E6FB1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270CD4-70E1-4572-97EE-3970F62EA2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A69725-79EC-64CD-4E11-ABFC2E1769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DFCCEE-4747-A25E-64EC-6B0A6579E1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A9EBC7-A797-42B6-37BE-DFD8AFF8E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3B54D-6116-4BB3-A6D4-DE4072BACE23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D1CB86-366E-D810-A6C7-0568C44C6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ED5F2F-A417-B2EA-2314-00F9D49EC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E4346-4F48-48DF-BB2F-604E5542D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924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3101A-EA74-7411-A6CE-4379FBB31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05C16A-7679-0155-D976-001EEB229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3B54D-6116-4BB3-A6D4-DE4072BACE23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29039E-04D2-84B6-1624-8220A3E92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859661-C74A-6163-C77D-EBD79C1E3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E4346-4F48-48DF-BB2F-604E5542D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590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CD5461-E889-DA43-10B7-5B9438B7E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3B54D-6116-4BB3-A6D4-DE4072BACE23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97DBA3-EEB5-51C8-600B-343408C54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619308-74E7-9DA5-D664-8F6AC0A53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E4346-4F48-48DF-BB2F-604E5542D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6715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1AF0C-7B88-BE1B-BFA5-53193B9B8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C68F8-8B38-C3E2-3740-EA6AA341B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D9F111-A7E5-B5A4-AED7-116856A06D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909D4E-1958-8EF5-5091-AFAE53DC1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3B54D-6116-4BB3-A6D4-DE4072BACE23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A70F87-5697-3165-BE82-54BEF436F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6668C8-FA8D-9E4B-F7C9-3F5D1A4AA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E4346-4F48-48DF-BB2F-604E5542D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1742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7D8A0-AC02-21A2-154D-92D1CE0ED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1ED3C4-46AE-58EE-D201-AD1D446C95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6D909C-A8D1-FF23-CCB6-5C923AE458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19C720-E87B-C6E6-CBAF-7C7AC9680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3B54D-6116-4BB3-A6D4-DE4072BACE23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EEF06-E7E4-C4FE-12E2-0C1BC048B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CC0DEE-BCF8-B634-041B-86403EFD8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E4346-4F48-48DF-BB2F-604E5542D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5991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B9817-CB73-DF54-AC0F-0D4364BEA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1552BF-4943-D4BF-8D7D-C9FF653B66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C499B-8166-859A-9898-D23B09A69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3B54D-6116-4BB3-A6D4-DE4072BACE23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DA4E0-E6E3-DB27-C7D3-551EBF33B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341B4-7A5A-A798-221B-B49821AEB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E4346-4F48-48DF-BB2F-604E5542D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7929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6B1C51-013D-B6F8-CD2B-A4DB110115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CF3E04-8F5C-C07A-C706-58DB6C4FC5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C9310-5837-16FF-5980-059A273BF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3B54D-6116-4BB3-A6D4-DE4072BACE23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91C8B-8099-B4FB-3019-71FD62E87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0D975-E5DC-2C35-1AD5-308CE3B1A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E4346-4F48-48DF-BB2F-604E5542D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8044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9D32BA-EFB9-9983-6DE3-FD7A9F255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0DB5FF-D22B-FD82-3B53-048456BB5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3FC32-E16F-CBD9-DF3F-8D07AE37E6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3B54D-6116-4BB3-A6D4-DE4072BACE23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D4089-B555-5A85-9E94-37C915B242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246CC-4724-D023-138A-070ACAFCA5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E4346-4F48-48DF-BB2F-604E5542DE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6389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circles on a white background&#10;&#10;AI-generated content may be incorrect.">
            <a:extLst>
              <a:ext uri="{FF2B5EF4-FFF2-40B4-BE49-F238E27FC236}">
                <a16:creationId xmlns:a16="http://schemas.microsoft.com/office/drawing/2014/main" id="{6E789734-1154-DDE8-E3C9-BBD7645FDB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CEB970E-93F5-B499-EF20-8D43D8F363F8}"/>
              </a:ext>
            </a:extLst>
          </p:cNvPr>
          <p:cNvSpPr/>
          <p:nvPr/>
        </p:nvSpPr>
        <p:spPr>
          <a:xfrm>
            <a:off x="186179" y="186180"/>
            <a:ext cx="11819641" cy="6485640"/>
          </a:xfrm>
          <a:prstGeom prst="roundRect">
            <a:avLst>
              <a:gd name="adj" fmla="val 2888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4718627-1FBF-589E-3B32-7239B4AD8E17}"/>
              </a:ext>
            </a:extLst>
          </p:cNvPr>
          <p:cNvSpPr/>
          <p:nvPr/>
        </p:nvSpPr>
        <p:spPr>
          <a:xfrm>
            <a:off x="355861" y="1376312"/>
            <a:ext cx="5207524" cy="5099901"/>
          </a:xfrm>
          <a:prstGeom prst="roundRect">
            <a:avLst>
              <a:gd name="adj" fmla="val 363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679938B-6DBE-FEAB-0443-438B0B8CE956}"/>
              </a:ext>
            </a:extLst>
          </p:cNvPr>
          <p:cNvSpPr/>
          <p:nvPr/>
        </p:nvSpPr>
        <p:spPr>
          <a:xfrm>
            <a:off x="5797484" y="1376312"/>
            <a:ext cx="5974237" cy="2811544"/>
          </a:xfrm>
          <a:prstGeom prst="roundRect">
            <a:avLst>
              <a:gd name="adj" fmla="val 363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36B018A-579E-D7F0-DBD8-BC6BE266DB69}"/>
              </a:ext>
            </a:extLst>
          </p:cNvPr>
          <p:cNvSpPr/>
          <p:nvPr/>
        </p:nvSpPr>
        <p:spPr>
          <a:xfrm>
            <a:off x="5797484" y="4383464"/>
            <a:ext cx="5974238" cy="2092748"/>
          </a:xfrm>
          <a:prstGeom prst="roundRect">
            <a:avLst>
              <a:gd name="adj" fmla="val 363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461E2F-C84B-7A42-02C2-11539220EA3F}"/>
              </a:ext>
            </a:extLst>
          </p:cNvPr>
          <p:cNvSpPr txBox="1"/>
          <p:nvPr/>
        </p:nvSpPr>
        <p:spPr>
          <a:xfrm>
            <a:off x="2948212" y="2704705"/>
            <a:ext cx="251786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IN" sz="1300" spc="3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EDUCATION</a:t>
            </a:r>
            <a:r>
              <a:rPr lang="en-IN" sz="1200" spc="3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7B6962-7D10-A7E0-BF5A-540267DB044B}"/>
              </a:ext>
            </a:extLst>
          </p:cNvPr>
          <p:cNvSpPr txBox="1"/>
          <p:nvPr/>
        </p:nvSpPr>
        <p:spPr>
          <a:xfrm>
            <a:off x="5878689" y="4488336"/>
            <a:ext cx="2005471" cy="295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spc="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JOB ROLE</a:t>
            </a:r>
            <a:endParaRPr lang="en-IN" sz="1300" spc="6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120206-7B72-A363-D08E-F3D9B9022AE4}"/>
              </a:ext>
            </a:extLst>
          </p:cNvPr>
          <p:cNvSpPr txBox="1"/>
          <p:nvPr/>
        </p:nvSpPr>
        <p:spPr>
          <a:xfrm>
            <a:off x="5878688" y="1504359"/>
            <a:ext cx="245460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spc="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GENDER</a:t>
            </a:r>
            <a:r>
              <a:rPr lang="en-US" sz="1300" spc="3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IN" sz="1300" spc="3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BD8572-31CB-4637-9806-0F810E592CC3}"/>
              </a:ext>
            </a:extLst>
          </p:cNvPr>
          <p:cNvSpPr txBox="1"/>
          <p:nvPr/>
        </p:nvSpPr>
        <p:spPr>
          <a:xfrm>
            <a:off x="8519474" y="1504359"/>
            <a:ext cx="409924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spc="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BUSINESS TRAVEL</a:t>
            </a:r>
            <a:endParaRPr lang="en-IN" sz="1300" spc="6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8BC54D-0C62-E0E5-70A9-EFB95C213B3A}"/>
              </a:ext>
            </a:extLst>
          </p:cNvPr>
          <p:cNvSpPr txBox="1"/>
          <p:nvPr/>
        </p:nvSpPr>
        <p:spPr>
          <a:xfrm>
            <a:off x="523973" y="2704705"/>
            <a:ext cx="209306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spc="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DEPARTMENT</a:t>
            </a:r>
            <a:endParaRPr lang="en-IN" sz="1300" spc="6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229546-F9D3-0EA5-3C67-3941058720AD}"/>
              </a:ext>
            </a:extLst>
          </p:cNvPr>
          <p:cNvSpPr txBox="1"/>
          <p:nvPr/>
        </p:nvSpPr>
        <p:spPr>
          <a:xfrm>
            <a:off x="523972" y="3534193"/>
            <a:ext cx="10031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spc="3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R&amp;D</a:t>
            </a:r>
            <a:endParaRPr lang="en-IN" sz="1200" spc="3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1ADF69-2411-B992-26BA-96E829A237A0}"/>
              </a:ext>
            </a:extLst>
          </p:cNvPr>
          <p:cNvSpPr txBox="1"/>
          <p:nvPr/>
        </p:nvSpPr>
        <p:spPr>
          <a:xfrm>
            <a:off x="509943" y="4555566"/>
            <a:ext cx="10031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spc="3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Sales</a:t>
            </a:r>
            <a:endParaRPr lang="en-IN" sz="1200" spc="3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486050-97B7-BF3C-57CC-212213A05F34}"/>
              </a:ext>
            </a:extLst>
          </p:cNvPr>
          <p:cNvSpPr txBox="1"/>
          <p:nvPr/>
        </p:nvSpPr>
        <p:spPr>
          <a:xfrm>
            <a:off x="509943" y="5515889"/>
            <a:ext cx="7067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spc="3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HR</a:t>
            </a:r>
            <a:endParaRPr lang="en-IN" sz="1200" spc="3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DE448E-E135-F2E3-5A36-D81BB6373D3D}"/>
              </a:ext>
            </a:extLst>
          </p:cNvPr>
          <p:cNvSpPr txBox="1"/>
          <p:nvPr/>
        </p:nvSpPr>
        <p:spPr>
          <a:xfrm>
            <a:off x="5878688" y="2228992"/>
            <a:ext cx="7664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spc="3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Male</a:t>
            </a:r>
            <a:endParaRPr lang="en-IN" sz="1200" spc="3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64C52D-07B6-A9E3-695B-96082680193A}"/>
              </a:ext>
            </a:extLst>
          </p:cNvPr>
          <p:cNvSpPr txBox="1"/>
          <p:nvPr/>
        </p:nvSpPr>
        <p:spPr>
          <a:xfrm>
            <a:off x="5878688" y="3152001"/>
            <a:ext cx="9745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spc="3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Female</a:t>
            </a:r>
            <a:endParaRPr lang="en-IN" sz="1200" spc="3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DDE7B6-E697-4FB2-75AD-00A3A5886DB3}"/>
              </a:ext>
            </a:extLst>
          </p:cNvPr>
          <p:cNvSpPr txBox="1"/>
          <p:nvPr/>
        </p:nvSpPr>
        <p:spPr>
          <a:xfrm>
            <a:off x="523972" y="635052"/>
            <a:ext cx="54903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spc="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HR ATTRITION DASHBOARD</a:t>
            </a:r>
            <a:endParaRPr lang="en-IN" sz="2000" spc="6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CF6933A-560F-DBB2-B068-65D697CBE6A1}"/>
              </a:ext>
            </a:extLst>
          </p:cNvPr>
          <p:cNvCxnSpPr>
            <a:cxnSpLocks/>
          </p:cNvCxnSpPr>
          <p:nvPr/>
        </p:nvCxnSpPr>
        <p:spPr>
          <a:xfrm>
            <a:off x="2803217" y="2965907"/>
            <a:ext cx="0" cy="3044858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F97CAD3-FE00-B8C7-873A-D86D683FF16D}"/>
              </a:ext>
            </a:extLst>
          </p:cNvPr>
          <p:cNvCxnSpPr>
            <a:cxnSpLocks/>
          </p:cNvCxnSpPr>
          <p:nvPr/>
        </p:nvCxnSpPr>
        <p:spPr>
          <a:xfrm>
            <a:off x="8333295" y="1744262"/>
            <a:ext cx="0" cy="218200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0033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7112E-2BB0-0DB3-4035-D0D1060BB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circles on a white background&#10;&#10;AI-generated content may be incorrect.">
            <a:extLst>
              <a:ext uri="{FF2B5EF4-FFF2-40B4-BE49-F238E27FC236}">
                <a16:creationId xmlns:a16="http://schemas.microsoft.com/office/drawing/2014/main" id="{81089813-7FEF-6D49-296E-16F22031BD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72E0C30-BAA1-45D9-D0B0-CC6EC0F991AD}"/>
              </a:ext>
            </a:extLst>
          </p:cNvPr>
          <p:cNvSpPr/>
          <p:nvPr/>
        </p:nvSpPr>
        <p:spPr>
          <a:xfrm>
            <a:off x="186179" y="186180"/>
            <a:ext cx="11819641" cy="6485640"/>
          </a:xfrm>
          <a:prstGeom prst="roundRect">
            <a:avLst>
              <a:gd name="adj" fmla="val 2888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4396ABA-1119-7CEE-3B61-2D319DA64323}"/>
              </a:ext>
            </a:extLst>
          </p:cNvPr>
          <p:cNvSpPr/>
          <p:nvPr/>
        </p:nvSpPr>
        <p:spPr>
          <a:xfrm>
            <a:off x="7182078" y="3942103"/>
            <a:ext cx="4485950" cy="2523536"/>
          </a:xfrm>
          <a:prstGeom prst="roundRect">
            <a:avLst>
              <a:gd name="adj" fmla="val 363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2B5E9D5-BBE5-0D1A-E593-84EEC03CA0AC}"/>
              </a:ext>
            </a:extLst>
          </p:cNvPr>
          <p:cNvSpPr/>
          <p:nvPr/>
        </p:nvSpPr>
        <p:spPr>
          <a:xfrm>
            <a:off x="7932393" y="1232653"/>
            <a:ext cx="3735635" cy="2523270"/>
          </a:xfrm>
          <a:prstGeom prst="roundRect">
            <a:avLst>
              <a:gd name="adj" fmla="val 363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4D7664-EAE5-DD35-8FE0-D39B9B644AC2}"/>
              </a:ext>
            </a:extLst>
          </p:cNvPr>
          <p:cNvSpPr txBox="1"/>
          <p:nvPr/>
        </p:nvSpPr>
        <p:spPr>
          <a:xfrm>
            <a:off x="7332360" y="4065410"/>
            <a:ext cx="245460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spc="3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WORK-LIFE BALANCE</a:t>
            </a:r>
            <a:endParaRPr lang="en-IN" sz="1300" spc="3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E11915-2C1F-6861-EADD-794D1E181CF2}"/>
              </a:ext>
            </a:extLst>
          </p:cNvPr>
          <p:cNvSpPr txBox="1"/>
          <p:nvPr/>
        </p:nvSpPr>
        <p:spPr>
          <a:xfrm>
            <a:off x="8074300" y="1326859"/>
            <a:ext cx="342533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spc="3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ATTRITION BY OVERTIME</a:t>
            </a:r>
            <a:endParaRPr lang="en-IN" sz="1300" spc="3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EE3541-4B81-92CF-0905-8E10613FFAE4}"/>
              </a:ext>
            </a:extLst>
          </p:cNvPr>
          <p:cNvSpPr txBox="1"/>
          <p:nvPr/>
        </p:nvSpPr>
        <p:spPr>
          <a:xfrm>
            <a:off x="523972" y="635052"/>
            <a:ext cx="54903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spc="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HR ATTRITION DASHBOARD</a:t>
            </a:r>
            <a:endParaRPr lang="en-IN" sz="2000" spc="6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0BC4216-9F48-B95D-4AF8-75439FD04FA6}"/>
              </a:ext>
            </a:extLst>
          </p:cNvPr>
          <p:cNvSpPr/>
          <p:nvPr/>
        </p:nvSpPr>
        <p:spPr>
          <a:xfrm>
            <a:off x="523972" y="1232653"/>
            <a:ext cx="3947862" cy="2523270"/>
          </a:xfrm>
          <a:prstGeom prst="roundRect">
            <a:avLst>
              <a:gd name="adj" fmla="val 363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997E8E1-F708-E371-2FAB-DB5BB5B6F59B}"/>
              </a:ext>
            </a:extLst>
          </p:cNvPr>
          <p:cNvSpPr/>
          <p:nvPr/>
        </p:nvSpPr>
        <p:spPr>
          <a:xfrm>
            <a:off x="523972" y="3942103"/>
            <a:ext cx="6485956" cy="2534110"/>
          </a:xfrm>
          <a:prstGeom prst="roundRect">
            <a:avLst>
              <a:gd name="adj" fmla="val 363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209D705-06C5-2819-1B0B-F7AC9EF39D0F}"/>
              </a:ext>
            </a:extLst>
          </p:cNvPr>
          <p:cNvSpPr/>
          <p:nvPr/>
        </p:nvSpPr>
        <p:spPr>
          <a:xfrm>
            <a:off x="4658015" y="1232654"/>
            <a:ext cx="3088197" cy="2523270"/>
          </a:xfrm>
          <a:prstGeom prst="roundRect">
            <a:avLst>
              <a:gd name="adj" fmla="val 363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2EFDAD-0151-59EC-4170-5D279C2CDD43}"/>
              </a:ext>
            </a:extLst>
          </p:cNvPr>
          <p:cNvSpPr txBox="1"/>
          <p:nvPr/>
        </p:nvSpPr>
        <p:spPr>
          <a:xfrm>
            <a:off x="584585" y="1337840"/>
            <a:ext cx="378674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spc="3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ATTRITION VS MONTHLY INCOME</a:t>
            </a:r>
            <a:endParaRPr lang="en-IN" sz="1300" spc="3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8A5B97-AD7F-7DE5-647E-04D47AF115AF}"/>
              </a:ext>
            </a:extLst>
          </p:cNvPr>
          <p:cNvSpPr txBox="1"/>
          <p:nvPr/>
        </p:nvSpPr>
        <p:spPr>
          <a:xfrm>
            <a:off x="4658016" y="1326859"/>
            <a:ext cx="211104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IN" sz="1300" spc="3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5 JOB ROLES</a:t>
            </a:r>
            <a:endParaRPr lang="en-IN" sz="1200" spc="3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445E49-DC60-A420-61E8-E212813E4BF3}"/>
              </a:ext>
            </a:extLst>
          </p:cNvPr>
          <p:cNvSpPr txBox="1"/>
          <p:nvPr/>
        </p:nvSpPr>
        <p:spPr>
          <a:xfrm>
            <a:off x="662253" y="4065410"/>
            <a:ext cx="260688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spc="3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ATTRITION TREND</a:t>
            </a:r>
            <a:endParaRPr lang="en-IN" sz="1300" spc="3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2362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37</Words>
  <Application>Microsoft Office PowerPoint</Application>
  <PresentationFormat>Widescreen</PresentationFormat>
  <Paragraphs>19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Tahoma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Sanket Kshirsagar</dc:creator>
  <cp:lastModifiedBy>Sanket Kshirsagar</cp:lastModifiedBy>
  <cp:revision>3</cp:revision>
  <dcterms:created xsi:type="dcterms:W3CDTF">2025-10-29T06:21:17Z</dcterms:created>
  <dcterms:modified xsi:type="dcterms:W3CDTF">2025-11-02T05:30:42Z</dcterms:modified>
</cp:coreProperties>
</file>